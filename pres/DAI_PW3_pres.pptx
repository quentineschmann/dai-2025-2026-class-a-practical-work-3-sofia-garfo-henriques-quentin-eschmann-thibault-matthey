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82C9E1-CB8F-8696-487B-67499F62D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74D9B0F-A1C2-A7AD-B220-3F06CABB0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07E251-784F-671B-0551-158A1B53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B00C64-F237-53C3-1E27-4C24E6D0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DEFDA0-BFE9-554A-808F-16A81EC1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42461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CFC0CE-FD52-7D77-2D35-62BC86445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22FB87-E7AB-EA96-71A8-2A622A77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B24837-E516-C9DC-AD0B-ED0D5A931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04E0B9-59F4-2CCF-F033-A3D0B7EEB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2A5EF6-44CC-CDB2-C322-2F0D3E27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3695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91330-7024-D2F8-401C-9EAC3AF47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1A65582-B589-7BAB-B28B-1AA122DAF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3351AF-11E5-CAC2-C0CF-B2804FCE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C79833-515A-54A5-41F8-51C29C69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462D14-7DC8-76B0-5E79-4312A24BE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13946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D0747D-C7A4-0900-259D-FC6A4FCE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5FE67B5-A633-E6F6-97B4-47D8BC9F5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6678E72-AD43-749B-925F-7E698B167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7B1FEAB-88D5-14D3-2812-9657D1753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E21FB6E-FC26-8AA9-6A86-EED00F926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D8203E-C48B-72DE-32AD-3376B175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4188340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66258F-62E0-5433-F61F-8EFD74152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506D6A-BA8D-D50C-836B-4E06BC182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33FFE06-3E0C-C5E0-AA62-74BF31D4B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AD53A3F-B996-9313-3CC5-C41CC31F1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789DFC8-413E-8E86-72C5-B9A4BB1578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7991444-7037-072A-19F1-4AD7D0C02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2F6B30B-4B97-B8C8-8319-6109550D4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E294BBC-83C9-CC73-F7E5-C64E6C0F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79711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8C39DE0-83B8-3F08-8765-D30850A30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F86E17-DCE3-F97F-62F6-4C6119A22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3B20307-A3D6-5094-2B6A-425677233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A7C2F42-65EB-1377-0362-9D0027AF2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60366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AFDF779-5EC9-DCD8-9CF1-833E1B226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61B34B7-5729-1C88-BFEA-485E3DCEC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E7ABF6-7167-EADE-C563-80B339A9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81829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007BDC-17F8-9263-D011-8D66CC9AD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4D0B48-1AA7-CDDE-F964-42D9F8881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DCF32B-4E43-349A-312A-70DB9C571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11A925A-C67E-FDDE-46B8-E36909FC3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4A7C2CA-7F0C-D3FB-1B6B-8A11774D2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7CA416-2111-71DA-8CFD-DDC3C050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065204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2E8240-55A8-337D-B0E1-68E89B0CF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20ADEB8-AF99-237F-F7AD-D0AB86EAA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EDC42CE-5DF5-8F6A-3C6C-9859C9451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74A3C3-FF8C-376C-885D-CD2F51A99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7428C0F-E8A1-9A0B-7479-880ECE36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870D5E-5EE6-C991-5986-51625A5C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01080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086B6C-F00B-412F-8085-B7BD3A13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ACBE539-3C68-73C6-F1C0-1EC9010BC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AEAFDD-CFE3-F1F1-025E-52E65588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9CA3C17-2023-DE0B-C92E-B220796C7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2F5EC68-9E90-4B8A-B0CD-B04C0001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56626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2D81E7D-CDA5-4369-E96E-7CC4A7B6F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3BF5145-7BA0-3AE7-001F-0831450F7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12A228-A5E9-3A6C-8680-B668185B0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452D90-1957-0D60-4332-567895A2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DA9A21-F149-05DB-A860-CDDD462B7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61171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13C178C-2692-8039-F0F8-C69E8FF85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00093B1-1759-6238-4123-C5A37A10D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822A07-1155-4BA1-8FA0-21AADFBFC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F8853-0671-45E1-A5E6-54939F359DA8}" type="datetimeFigureOut">
              <a:rPr lang="fr-CH" smtClean="0"/>
              <a:t>21.01.2026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9DA0620-4BBA-8132-53C6-FA14BBFFC4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D538DB-8542-57AA-5A57-60534DE28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E4266-6EA2-4CF1-8542-6D888D24F693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32681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3F829D-7DED-B4AF-4525-B499618E5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DAI </a:t>
            </a:r>
            <a:r>
              <a:rPr lang="fr-CH" dirty="0" err="1"/>
              <a:t>Practical</a:t>
            </a:r>
            <a:r>
              <a:rPr lang="fr-CH" dirty="0"/>
              <a:t> Work 3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9F0D8084-C866-1A95-87CE-D0328A82EE87}"/>
              </a:ext>
            </a:extLst>
          </p:cNvPr>
          <p:cNvSpPr txBox="1">
            <a:spLocks/>
          </p:cNvSpPr>
          <p:nvPr/>
        </p:nvSpPr>
        <p:spPr>
          <a:xfrm>
            <a:off x="1524000" y="399908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CH"/>
              <a:t>Sofia Henriques Garfo, Quentin Eschmann &amp; Thibault Matthey</a:t>
            </a:r>
            <a:endParaRPr lang="fr-CH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B816F6AB-E8A2-38A2-6C08-8D3249946CDA}"/>
              </a:ext>
            </a:extLst>
          </p:cNvPr>
          <p:cNvGrpSpPr/>
          <p:nvPr/>
        </p:nvGrpSpPr>
        <p:grpSpPr>
          <a:xfrm>
            <a:off x="-1620000" y="3995906"/>
            <a:ext cx="4044000" cy="3780000"/>
            <a:chOff x="-1620000" y="3995906"/>
            <a:chExt cx="4044000" cy="3780000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E100FD7B-130E-EF09-50F3-F561B503B2B1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DC060B3A-89F2-CE06-882A-4637755E0B4D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D5A14BA7-DA77-0B62-C835-5C38B395EEA1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55E688C-9798-2941-E883-E8113075D2AB}"/>
              </a:ext>
            </a:extLst>
          </p:cNvPr>
          <p:cNvGrpSpPr/>
          <p:nvPr/>
        </p:nvGrpSpPr>
        <p:grpSpPr>
          <a:xfrm rot="10800000">
            <a:off x="9721769" y="-977147"/>
            <a:ext cx="4044000" cy="3780000"/>
            <a:chOff x="-1620000" y="3995906"/>
            <a:chExt cx="4044000" cy="3780000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5218F7B0-A493-FDDF-DBCC-CC53D602938F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6C746B1-0E50-BE52-B066-3A940F178197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6EEA3906-DC49-C121-B4F5-DCC18907C424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</p:spTree>
    <p:extLst>
      <p:ext uri="{BB962C8B-B14F-4D97-AF65-F5344CB8AC3E}">
        <p14:creationId xmlns:p14="http://schemas.microsoft.com/office/powerpoint/2010/main" val="116562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A1A3D4-3088-C136-7105-111BB509B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A72B48-B789-42EC-B15B-0ABC8AC78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Stack</a:t>
            </a:r>
          </a:p>
          <a:p>
            <a:r>
              <a:rPr lang="fr-CH" dirty="0"/>
              <a:t>Client-</a:t>
            </a:r>
            <a:r>
              <a:rPr lang="fr-CH" dirty="0" err="1"/>
              <a:t>side</a:t>
            </a:r>
            <a:endParaRPr lang="fr-CH" dirty="0"/>
          </a:p>
          <a:p>
            <a:r>
              <a:rPr lang="fr-CH" dirty="0"/>
              <a:t>Server-</a:t>
            </a:r>
            <a:r>
              <a:rPr lang="fr-CH" dirty="0" err="1"/>
              <a:t>side</a:t>
            </a:r>
            <a:endParaRPr lang="fr-CH" dirty="0"/>
          </a:p>
          <a:p>
            <a:r>
              <a:rPr lang="fr-CH" dirty="0"/>
              <a:t>Security </a:t>
            </a:r>
            <a:r>
              <a:rPr lang="fr-CH" dirty="0" err="1"/>
              <a:t>add-ons</a:t>
            </a:r>
            <a:r>
              <a:rPr lang="fr-CH" dirty="0"/>
              <a:t> </a:t>
            </a:r>
          </a:p>
          <a:p>
            <a:r>
              <a:rPr lang="fr-CH" dirty="0" err="1"/>
              <a:t>Automatic</a:t>
            </a:r>
            <a:r>
              <a:rPr lang="fr-CH" dirty="0"/>
              <a:t> documentation</a:t>
            </a:r>
          </a:p>
          <a:p>
            <a:r>
              <a:rPr lang="fr-CH"/>
              <a:t>Demonstration</a:t>
            </a:r>
            <a:endParaRPr lang="fr-CH" dirty="0"/>
          </a:p>
          <a:p>
            <a:r>
              <a:rPr lang="fr-CH" dirty="0"/>
              <a:t>Question</a:t>
            </a:r>
          </a:p>
          <a:p>
            <a:endParaRPr lang="fr-CH" dirty="0"/>
          </a:p>
          <a:p>
            <a:endParaRPr lang="fr-CH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FF80901A-0695-E3F8-2765-70E9434A218F}"/>
              </a:ext>
            </a:extLst>
          </p:cNvPr>
          <p:cNvGrpSpPr/>
          <p:nvPr/>
        </p:nvGrpSpPr>
        <p:grpSpPr>
          <a:xfrm rot="10800000">
            <a:off x="9721769" y="-977147"/>
            <a:ext cx="4044000" cy="3780000"/>
            <a:chOff x="-1620000" y="3995906"/>
            <a:chExt cx="4044000" cy="378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A9A4535B-40A6-A0CE-6135-98810B9640E1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A34944DB-2459-C7C9-F255-C3FB3355C43B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24EC7577-3568-8D28-9B9A-33292BD1C8BF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</p:spTree>
    <p:extLst>
      <p:ext uri="{BB962C8B-B14F-4D97-AF65-F5344CB8AC3E}">
        <p14:creationId xmlns:p14="http://schemas.microsoft.com/office/powerpoint/2010/main" val="124588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BF6F7C-75FA-D2D7-795A-BF0AB437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Stack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55CCE47C-B549-1C2F-0A60-9494C4DBDECA}"/>
              </a:ext>
            </a:extLst>
          </p:cNvPr>
          <p:cNvGrpSpPr/>
          <p:nvPr/>
        </p:nvGrpSpPr>
        <p:grpSpPr>
          <a:xfrm rot="10800000">
            <a:off x="9721769" y="-977147"/>
            <a:ext cx="4044000" cy="3780000"/>
            <a:chOff x="-1620000" y="3995906"/>
            <a:chExt cx="4044000" cy="378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3EB6971D-1433-F341-90B9-4A286DACEC0C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940FA0F-A512-09C7-C1C9-742F083D12EF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E86FB5B4-ACE3-E9DE-886C-E0AE71ACE15F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51FB1543-C098-0BFC-DD2E-DC45F520B3FE}"/>
              </a:ext>
            </a:extLst>
          </p:cNvPr>
          <p:cNvSpPr/>
          <p:nvPr/>
        </p:nvSpPr>
        <p:spPr>
          <a:xfrm>
            <a:off x="6294923" y="2638239"/>
            <a:ext cx="3827571" cy="204926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H" dirty="0"/>
              <a:t>VM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3E224A-ECFC-A17D-47F4-880284F01075}"/>
              </a:ext>
            </a:extLst>
          </p:cNvPr>
          <p:cNvSpPr/>
          <p:nvPr/>
        </p:nvSpPr>
        <p:spPr>
          <a:xfrm>
            <a:off x="6560163" y="3048458"/>
            <a:ext cx="3379452" cy="1511857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H" dirty="0"/>
              <a:t>Docker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68D3CA-C6ED-6DDF-2A94-A88456886C6F}"/>
              </a:ext>
            </a:extLst>
          </p:cNvPr>
          <p:cNvSpPr/>
          <p:nvPr/>
        </p:nvSpPr>
        <p:spPr>
          <a:xfrm>
            <a:off x="8335479" y="3662871"/>
            <a:ext cx="1450130" cy="54497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H" dirty="0" err="1"/>
              <a:t>WareHouseManager</a:t>
            </a:r>
            <a:endParaRPr lang="fr-C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6D35BA-B028-66D4-983C-993FDA8B2696}"/>
              </a:ext>
            </a:extLst>
          </p:cNvPr>
          <p:cNvSpPr/>
          <p:nvPr/>
        </p:nvSpPr>
        <p:spPr>
          <a:xfrm>
            <a:off x="6788051" y="3662871"/>
            <a:ext cx="1007428" cy="54497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/>
              <a:t>Traefik</a:t>
            </a:r>
            <a:endParaRPr lang="fr-CH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F9B68E2-64A8-AE2D-7D50-8C9B5A770AB6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7795479" y="3935358"/>
            <a:ext cx="540000" cy="0"/>
          </a:xfrm>
          <a:prstGeom prst="straightConnector1">
            <a:avLst/>
          </a:prstGeom>
          <a:ln w="66675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2A480CD2-82D8-B936-8C3C-B2192DA277FF}"/>
              </a:ext>
            </a:extLst>
          </p:cNvPr>
          <p:cNvCxnSpPr>
            <a:cxnSpLocks/>
            <a:stCxn id="16" idx="3"/>
            <a:endCxn id="11" idx="1"/>
          </p:cNvCxnSpPr>
          <p:nvPr/>
        </p:nvCxnSpPr>
        <p:spPr>
          <a:xfrm flipV="1">
            <a:off x="3134552" y="3935358"/>
            <a:ext cx="3653499" cy="10658"/>
          </a:xfrm>
          <a:prstGeom prst="straightConnector1">
            <a:avLst/>
          </a:prstGeom>
          <a:ln w="666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9513964-8696-3583-DEEA-03E69D263D30}"/>
              </a:ext>
            </a:extLst>
          </p:cNvPr>
          <p:cNvSpPr/>
          <p:nvPr/>
        </p:nvSpPr>
        <p:spPr>
          <a:xfrm>
            <a:off x="1280629" y="3058081"/>
            <a:ext cx="1853923" cy="177587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H" dirty="0"/>
              <a:t>Client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49DED9-10D3-4DF4-505C-2302054FA4A9}"/>
              </a:ext>
            </a:extLst>
          </p:cNvPr>
          <p:cNvSpPr/>
          <p:nvPr/>
        </p:nvSpPr>
        <p:spPr>
          <a:xfrm>
            <a:off x="1519194" y="3451109"/>
            <a:ext cx="1331211" cy="54497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/>
              <a:t>Curl</a:t>
            </a:r>
            <a:endParaRPr lang="fr-CH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CCC126-CD36-637F-66A5-5B91D71DE2C4}"/>
              </a:ext>
            </a:extLst>
          </p:cNvPr>
          <p:cNvSpPr/>
          <p:nvPr/>
        </p:nvSpPr>
        <p:spPr>
          <a:xfrm>
            <a:off x="1519195" y="4142530"/>
            <a:ext cx="1331212" cy="54497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/>
              <a:t>Browser</a:t>
            </a:r>
          </a:p>
        </p:txBody>
      </p:sp>
    </p:spTree>
    <p:extLst>
      <p:ext uri="{BB962C8B-B14F-4D97-AF65-F5344CB8AC3E}">
        <p14:creationId xmlns:p14="http://schemas.microsoft.com/office/powerpoint/2010/main" val="3563199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F5ADB1-0C5A-C2E7-01F4-D7C03FA7A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Client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127582-218A-3A21-7B6D-31C7490FF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H" dirty="0"/>
          </a:p>
          <a:p>
            <a:endParaRPr lang="fr-CH" dirty="0"/>
          </a:p>
          <a:p>
            <a:r>
              <a:rPr lang="fr-CH" dirty="0" err="1"/>
              <a:t>Acces</a:t>
            </a:r>
            <a:r>
              <a:rPr lang="fr-CH" dirty="0"/>
              <a:t> </a:t>
            </a:r>
            <a:r>
              <a:rPr lang="fr-CH" dirty="0" err="1"/>
              <a:t>method</a:t>
            </a:r>
            <a:endParaRPr lang="fr-CH" dirty="0"/>
          </a:p>
          <a:p>
            <a:endParaRPr lang="fr-CH" dirty="0"/>
          </a:p>
          <a:p>
            <a:r>
              <a:rPr lang="fr-CH" dirty="0"/>
              <a:t>Endpoint and option </a:t>
            </a:r>
            <a:r>
              <a:rPr lang="fr-CH" dirty="0" err="1"/>
              <a:t>available</a:t>
            </a:r>
            <a:endParaRPr lang="fr-CH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0B823195-8ADC-64BE-FEFB-BF7030425E0E}"/>
              </a:ext>
            </a:extLst>
          </p:cNvPr>
          <p:cNvGrpSpPr/>
          <p:nvPr/>
        </p:nvGrpSpPr>
        <p:grpSpPr>
          <a:xfrm rot="10800000">
            <a:off x="9721769" y="-977147"/>
            <a:ext cx="4044000" cy="3780000"/>
            <a:chOff x="-1620000" y="3995906"/>
            <a:chExt cx="4044000" cy="378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5EF0362-06E8-C23A-BA33-44BEC2395622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D67ED134-2970-53D3-60CC-BC657E42C5FD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C9C38BD2-96A2-5FA9-CB39-248363791AB6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</p:spTree>
    <p:extLst>
      <p:ext uri="{BB962C8B-B14F-4D97-AF65-F5344CB8AC3E}">
        <p14:creationId xmlns:p14="http://schemas.microsoft.com/office/powerpoint/2010/main" val="1038456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80D5B2-8C45-33CD-4FCF-E10937BFE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Server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16341A-A357-456A-4922-CDEE7EA66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H" dirty="0"/>
              <a:t>Solution </a:t>
            </a:r>
            <a:r>
              <a:rPr lang="fr-CH" dirty="0" err="1"/>
              <a:t>implementation</a:t>
            </a:r>
            <a:endParaRPr lang="fr-CH" dirty="0"/>
          </a:p>
          <a:p>
            <a:pPr marL="0" indent="0">
              <a:buNone/>
            </a:pPr>
            <a:endParaRPr lang="fr-CH" dirty="0"/>
          </a:p>
          <a:p>
            <a:r>
              <a:rPr lang="fr-CH" dirty="0"/>
              <a:t>Docker </a:t>
            </a:r>
          </a:p>
          <a:p>
            <a:endParaRPr lang="fr-CH" dirty="0"/>
          </a:p>
          <a:p>
            <a:r>
              <a:rPr lang="fr-CH" dirty="0"/>
              <a:t>Reverse-proxy </a:t>
            </a:r>
            <a:r>
              <a:rPr lang="fr-CH" dirty="0" err="1"/>
              <a:t>with</a:t>
            </a:r>
            <a:r>
              <a:rPr lang="fr-CH" dirty="0"/>
              <a:t> </a:t>
            </a:r>
            <a:r>
              <a:rPr lang="fr-CH" dirty="0" err="1"/>
              <a:t>Traefik</a:t>
            </a:r>
            <a:endParaRPr lang="fr-CH" dirty="0"/>
          </a:p>
          <a:p>
            <a:endParaRPr lang="fr-CH" dirty="0"/>
          </a:p>
          <a:p>
            <a:r>
              <a:rPr lang="fr-CH" dirty="0"/>
              <a:t>DNS</a:t>
            </a:r>
          </a:p>
          <a:p>
            <a:endParaRPr lang="fr-CH" dirty="0"/>
          </a:p>
          <a:p>
            <a:r>
              <a:rPr lang="fr-CH" dirty="0"/>
              <a:t>Cache management 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4062788-9F4A-CF28-36A4-CE5A655ECA7B}"/>
              </a:ext>
            </a:extLst>
          </p:cNvPr>
          <p:cNvGrpSpPr/>
          <p:nvPr/>
        </p:nvGrpSpPr>
        <p:grpSpPr>
          <a:xfrm rot="10800000">
            <a:off x="9721769" y="-977147"/>
            <a:ext cx="4044000" cy="3780000"/>
            <a:chOff x="-1620000" y="3995906"/>
            <a:chExt cx="4044000" cy="378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5D081896-C4D2-325D-D50E-2FBE3BE526CB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92598312-0832-EE1E-53F8-AD9DAF792964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24B7A324-E622-E7A8-3605-CFFC26F66DA4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</p:spTree>
    <p:extLst>
      <p:ext uri="{BB962C8B-B14F-4D97-AF65-F5344CB8AC3E}">
        <p14:creationId xmlns:p14="http://schemas.microsoft.com/office/powerpoint/2010/main" val="189768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6613C-BA01-6D11-42AA-4D1A9E8B5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/>
              <a:t>Security </a:t>
            </a:r>
            <a:r>
              <a:rPr lang="fr-CH" dirty="0" err="1"/>
              <a:t>add-ons</a:t>
            </a:r>
            <a:endParaRPr lang="fr-CH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AC815D-0104-DB89-C062-EB2E92807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User password stored hashed (argon2)</a:t>
            </a:r>
          </a:p>
          <a:p>
            <a:endParaRPr lang="en-US" dirty="0"/>
          </a:p>
          <a:p>
            <a:r>
              <a:rPr lang="en-US" dirty="0"/>
              <a:t>JWT session tokens with automated secret generation</a:t>
            </a:r>
          </a:p>
          <a:p>
            <a:endParaRPr lang="en-US" dirty="0"/>
          </a:p>
          <a:p>
            <a:r>
              <a:rPr lang="en-US" dirty="0"/>
              <a:t>Role based access to endpoints</a:t>
            </a:r>
            <a:endParaRPr lang="fr-CH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C46700F7-F030-9B92-538F-880B3A21243E}"/>
              </a:ext>
            </a:extLst>
          </p:cNvPr>
          <p:cNvGrpSpPr/>
          <p:nvPr/>
        </p:nvGrpSpPr>
        <p:grpSpPr>
          <a:xfrm rot="10800000">
            <a:off x="9721769" y="-977147"/>
            <a:ext cx="4044000" cy="3780000"/>
            <a:chOff x="-1620000" y="3995906"/>
            <a:chExt cx="4044000" cy="378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FBFB2140-0AD8-2294-5907-CBA851FF99D2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A687C67-086D-BCE9-5B55-4F5E014DE127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94E309BA-1E31-3EFF-39A3-529E09A41F0B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</p:spTree>
    <p:extLst>
      <p:ext uri="{BB962C8B-B14F-4D97-AF65-F5344CB8AC3E}">
        <p14:creationId xmlns:p14="http://schemas.microsoft.com/office/powerpoint/2010/main" val="124830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03637-B592-5867-0214-0F3B7E32A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81A293-C0D7-C244-0637-A3117EED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err="1"/>
              <a:t>Automatic</a:t>
            </a:r>
            <a:r>
              <a:rPr lang="fr-CH" dirty="0"/>
              <a:t> documentation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1E48B1-8CD3-4D5F-A735-73F511B20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Swagger is a way to document the API endpoints</a:t>
            </a:r>
          </a:p>
          <a:p>
            <a:endParaRPr lang="en-US" dirty="0"/>
          </a:p>
          <a:p>
            <a:r>
              <a:rPr lang="en-US" dirty="0"/>
              <a:t>Can be accessed at /swagger</a:t>
            </a:r>
          </a:p>
          <a:p>
            <a:endParaRPr lang="en-US" dirty="0"/>
          </a:p>
          <a:p>
            <a:r>
              <a:rPr lang="en-US" dirty="0"/>
              <a:t>Let the user try the API </a:t>
            </a:r>
            <a:endParaRPr lang="fr-CH" dirty="0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9C1758D-AD61-8B96-BE27-BFDC25094074}"/>
              </a:ext>
            </a:extLst>
          </p:cNvPr>
          <p:cNvGrpSpPr/>
          <p:nvPr/>
        </p:nvGrpSpPr>
        <p:grpSpPr>
          <a:xfrm rot="10800000">
            <a:off x="9721769" y="-977147"/>
            <a:ext cx="4044000" cy="3780000"/>
            <a:chOff x="-1620000" y="3995906"/>
            <a:chExt cx="4044000" cy="3780000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E6886B32-8424-7A28-AA02-08DEA17E87F6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3B724574-FC4D-85FE-7892-4CADC7C52FE9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2BEBC7D7-AFDB-2DBA-5B77-286FED324873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</p:spTree>
    <p:extLst>
      <p:ext uri="{BB962C8B-B14F-4D97-AF65-F5344CB8AC3E}">
        <p14:creationId xmlns:p14="http://schemas.microsoft.com/office/powerpoint/2010/main" val="133053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07499-6DF5-1E9F-01E3-5E8AE0274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9B7754-D44C-4CE7-B21E-FD640A515A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 err="1"/>
              <a:t>Demonstration</a:t>
            </a:r>
            <a:endParaRPr lang="fr-CH" dirty="0"/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B85D88FA-A48A-1C6F-6332-FA700F97C13E}"/>
              </a:ext>
            </a:extLst>
          </p:cNvPr>
          <p:cNvGrpSpPr/>
          <p:nvPr/>
        </p:nvGrpSpPr>
        <p:grpSpPr>
          <a:xfrm>
            <a:off x="-1620000" y="3995906"/>
            <a:ext cx="4044000" cy="3780000"/>
            <a:chOff x="-1620000" y="3995906"/>
            <a:chExt cx="4044000" cy="3780000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8A0A5B92-A36A-D02B-EB73-2C5EF5450D91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F6D7ECEF-DE79-FBE8-6878-82E5F7EC7825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5A58DDE7-5DE9-8A42-33AE-EAFCE313226C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B18154DC-F535-C81E-D2ED-DC22871C1D59}"/>
              </a:ext>
            </a:extLst>
          </p:cNvPr>
          <p:cNvGrpSpPr/>
          <p:nvPr/>
        </p:nvGrpSpPr>
        <p:grpSpPr>
          <a:xfrm rot="10800000">
            <a:off x="9721769" y="-977147"/>
            <a:ext cx="4044000" cy="3780000"/>
            <a:chOff x="-1620000" y="3995906"/>
            <a:chExt cx="4044000" cy="3780000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D4F51602-D86A-5406-F41D-944173D8BF4B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3BA4A135-6F5B-823B-9EF0-79C5786685BB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675C9D9-DC0E-C740-4832-7D024BDBE42E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</p:spTree>
    <p:extLst>
      <p:ext uri="{BB962C8B-B14F-4D97-AF65-F5344CB8AC3E}">
        <p14:creationId xmlns:p14="http://schemas.microsoft.com/office/powerpoint/2010/main" val="4170796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F5106-F5C8-C6F6-70BB-DB76ED400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8E473-0B22-B064-54A3-E8C3CE7B44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H" dirty="0"/>
              <a:t>Question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F336D386-75EA-F132-D8CE-F2A106ED2FA2}"/>
              </a:ext>
            </a:extLst>
          </p:cNvPr>
          <p:cNvGrpSpPr/>
          <p:nvPr/>
        </p:nvGrpSpPr>
        <p:grpSpPr>
          <a:xfrm>
            <a:off x="-1620000" y="3995906"/>
            <a:ext cx="4044000" cy="3780000"/>
            <a:chOff x="-1620000" y="3995906"/>
            <a:chExt cx="4044000" cy="3780000"/>
          </a:xfrm>
        </p:grpSpPr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AA86C08E-5A8C-C4BF-EBC0-2671868D78CD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3BFBE55B-DBE6-2F1C-7765-07F4BB0F3E19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3CD28513-05D3-F55C-11B6-47623B1D0EC4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075A69B0-F6A0-7D86-0799-50706998A6E3}"/>
              </a:ext>
            </a:extLst>
          </p:cNvPr>
          <p:cNvGrpSpPr/>
          <p:nvPr/>
        </p:nvGrpSpPr>
        <p:grpSpPr>
          <a:xfrm rot="10800000">
            <a:off x="9721769" y="-977147"/>
            <a:ext cx="4044000" cy="3780000"/>
            <a:chOff x="-1620000" y="3995906"/>
            <a:chExt cx="4044000" cy="3780000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178666D7-BDDD-7206-81B3-FF9C6D51EBB3}"/>
                </a:ext>
              </a:extLst>
            </p:cNvPr>
            <p:cNvSpPr/>
            <p:nvPr/>
          </p:nvSpPr>
          <p:spPr>
            <a:xfrm>
              <a:off x="-1620000" y="4535906"/>
              <a:ext cx="3240000" cy="3240000"/>
            </a:xfrm>
            <a:prstGeom prst="ellipse">
              <a:avLst/>
            </a:prstGeom>
            <a:solidFill>
              <a:schemeClr val="tx2">
                <a:lumMod val="90000"/>
                <a:lumOff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7CB2D9F3-7276-5805-0876-0E03241F98C0}"/>
                </a:ext>
              </a:extLst>
            </p:cNvPr>
            <p:cNvSpPr/>
            <p:nvPr/>
          </p:nvSpPr>
          <p:spPr>
            <a:xfrm>
              <a:off x="624000" y="5867984"/>
              <a:ext cx="1800000" cy="180000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5DD55035-834A-3AAD-2485-CD3D3E5B3B40}"/>
                </a:ext>
              </a:extLst>
            </p:cNvPr>
            <p:cNvSpPr/>
            <p:nvPr/>
          </p:nvSpPr>
          <p:spPr>
            <a:xfrm>
              <a:off x="-540000" y="3995906"/>
              <a:ext cx="1080000" cy="10800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H"/>
            </a:p>
          </p:txBody>
        </p:sp>
      </p:grpSp>
    </p:spTree>
    <p:extLst>
      <p:ext uri="{BB962C8B-B14F-4D97-AF65-F5344CB8AC3E}">
        <p14:creationId xmlns:p14="http://schemas.microsoft.com/office/powerpoint/2010/main" val="421748489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94</Words>
  <Application>Microsoft Office PowerPoint</Application>
  <PresentationFormat>Grand écran</PresentationFormat>
  <Paragraphs>50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DAI Practical Work 3</vt:lpstr>
      <vt:lpstr>Sommaire</vt:lpstr>
      <vt:lpstr>Stack</vt:lpstr>
      <vt:lpstr>Client</vt:lpstr>
      <vt:lpstr>Server </vt:lpstr>
      <vt:lpstr>Security add-ons</vt:lpstr>
      <vt:lpstr>Automatic documentation</vt:lpstr>
      <vt:lpstr>Demonstration</vt:lpstr>
      <vt:lpstr>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Matthey Thibault</dc:creator>
  <cp:lastModifiedBy>Matthey Thibault</cp:lastModifiedBy>
  <cp:revision>3</cp:revision>
  <dcterms:created xsi:type="dcterms:W3CDTF">2026-01-21T12:20:45Z</dcterms:created>
  <dcterms:modified xsi:type="dcterms:W3CDTF">2026-01-21T14:05:47Z</dcterms:modified>
</cp:coreProperties>
</file>